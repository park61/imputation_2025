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9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76" y="16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0DD11-1909-451D-8B92-A1EE7606340A}" type="datetimeFigureOut">
              <a:rPr lang="ko-KR" altLang="en-US" smtClean="0"/>
              <a:t>2024-03-20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A2B7E-432E-41D2-B532-A4FC760AA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1538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0DD11-1909-451D-8B92-A1EE7606340A}" type="datetimeFigureOut">
              <a:rPr lang="ko-KR" altLang="en-US" smtClean="0"/>
              <a:t>2024-03-20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A2B7E-432E-41D2-B532-A4FC760AA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514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0DD11-1909-451D-8B92-A1EE7606340A}" type="datetimeFigureOut">
              <a:rPr lang="ko-KR" altLang="en-US" smtClean="0"/>
              <a:t>2024-03-20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A2B7E-432E-41D2-B532-A4FC760AA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709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0DD11-1909-451D-8B92-A1EE7606340A}" type="datetimeFigureOut">
              <a:rPr lang="ko-KR" altLang="en-US" smtClean="0"/>
              <a:t>2024-03-20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A2B7E-432E-41D2-B532-A4FC760AA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844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0DD11-1909-451D-8B92-A1EE7606340A}" type="datetimeFigureOut">
              <a:rPr lang="ko-KR" altLang="en-US" smtClean="0"/>
              <a:t>2024-03-20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A2B7E-432E-41D2-B532-A4FC760AA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8416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0DD11-1909-451D-8B92-A1EE7606340A}" type="datetimeFigureOut">
              <a:rPr lang="ko-KR" altLang="en-US" smtClean="0"/>
              <a:t>2024-03-20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A2B7E-432E-41D2-B532-A4FC760AA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616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0DD11-1909-451D-8B92-A1EE7606340A}" type="datetimeFigureOut">
              <a:rPr lang="ko-KR" altLang="en-US" smtClean="0"/>
              <a:t>2024-03-20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A2B7E-432E-41D2-B532-A4FC760AA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886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0DD11-1909-451D-8B92-A1EE7606340A}" type="datetimeFigureOut">
              <a:rPr lang="ko-KR" altLang="en-US" smtClean="0"/>
              <a:t>2024-03-20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A2B7E-432E-41D2-B532-A4FC760AA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0353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0DD11-1909-451D-8B92-A1EE7606340A}" type="datetimeFigureOut">
              <a:rPr lang="ko-KR" altLang="en-US" smtClean="0"/>
              <a:t>2024-03-20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A2B7E-432E-41D2-B532-A4FC760AA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799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0DD11-1909-451D-8B92-A1EE7606340A}" type="datetimeFigureOut">
              <a:rPr lang="ko-KR" altLang="en-US" smtClean="0"/>
              <a:t>2024-03-20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A2B7E-432E-41D2-B532-A4FC760AA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335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0DD11-1909-451D-8B92-A1EE7606340A}" type="datetimeFigureOut">
              <a:rPr lang="ko-KR" altLang="en-US" smtClean="0"/>
              <a:t>2024-03-20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A2B7E-432E-41D2-B532-A4FC760AA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58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0DD11-1909-451D-8B92-A1EE7606340A}" type="datetimeFigureOut">
              <a:rPr lang="ko-KR" altLang="en-US" smtClean="0"/>
              <a:t>2024-03-20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A2B7E-432E-41D2-B532-A4FC760AA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93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.tm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42925" y="276225"/>
                <a:ext cx="2074799" cy="1198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25" y="276225"/>
                <a:ext cx="2074799" cy="11985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762461" y="2345581"/>
                <a:ext cx="3242491" cy="12060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0.25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0.5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0.25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ko-KR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0.33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US" altLang="ko-KR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.37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0.25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0.37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0.75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0.58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0.75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   1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  0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     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.5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0.25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0.75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461" y="2345581"/>
                <a:ext cx="3242491" cy="12060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42975" y="2345581"/>
                <a:ext cx="2667077" cy="12225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0.25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0.5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0.25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0.25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0.75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0.75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   1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  0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     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.5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0.25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0.75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975" y="2345581"/>
                <a:ext cx="2667077" cy="1222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42975" y="4762500"/>
                <a:ext cx="2462790" cy="12314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0.5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0.25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ko-KR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0.33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altLang="ko-KR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altLang="ko-KR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0.25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0.37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0.58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0.75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   5   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  0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     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.5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0.25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0.75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975" y="4762500"/>
                <a:ext cx="2462790" cy="12314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827974" y="4348266"/>
                <a:ext cx="3118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974" y="4348266"/>
                <a:ext cx="311880" cy="276999"/>
              </a:xfrm>
              <a:prstGeom prst="rect">
                <a:avLst/>
              </a:prstGeom>
              <a:blipFill>
                <a:blip r:embed="rId6"/>
                <a:stretch>
                  <a:fillRect l="-5882" r="-3922" b="-19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380424" y="4348265"/>
                <a:ext cx="3118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0424" y="4348265"/>
                <a:ext cx="311880" cy="276999"/>
              </a:xfrm>
              <a:prstGeom prst="rect">
                <a:avLst/>
              </a:prstGeom>
              <a:blipFill>
                <a:blip r:embed="rId7"/>
                <a:stretch>
                  <a:fillRect l="-5769" r="-3846" b="-19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028124" y="4348265"/>
                <a:ext cx="3020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8124" y="4348265"/>
                <a:ext cx="302006" cy="276999"/>
              </a:xfrm>
              <a:prstGeom prst="rect">
                <a:avLst/>
              </a:prstGeom>
              <a:blipFill>
                <a:blip r:embed="rId8"/>
                <a:stretch>
                  <a:fillRect l="-6122" r="-4082" b="-195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아래쪽 화살표 10"/>
          <p:cNvSpPr/>
          <p:nvPr/>
        </p:nvSpPr>
        <p:spPr>
          <a:xfrm>
            <a:off x="1733550" y="1612058"/>
            <a:ext cx="250364" cy="64770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아래쪽 화살표 11"/>
          <p:cNvSpPr/>
          <p:nvPr/>
        </p:nvSpPr>
        <p:spPr>
          <a:xfrm>
            <a:off x="1702792" y="3700565"/>
            <a:ext cx="250364" cy="64770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오른쪽 화살표 12"/>
          <p:cNvSpPr/>
          <p:nvPr/>
        </p:nvSpPr>
        <p:spPr>
          <a:xfrm>
            <a:off x="3790950" y="2794811"/>
            <a:ext cx="762000" cy="24511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730732" y="1702693"/>
            <a:ext cx="88094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b="1" dirty="0"/>
              <a:t>Step 1</a:t>
            </a:r>
            <a:endParaRPr lang="ko-KR" alt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30732" y="3843060"/>
            <a:ext cx="88094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b="1" dirty="0"/>
              <a:t>Step 2</a:t>
            </a:r>
            <a:endParaRPr lang="ko-KR" alt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2047326" y="1596855"/>
            <a:ext cx="43363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Standardize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Fill the missing data with </a:t>
            </a:r>
            <a:r>
              <a:rPr lang="en-US" altLang="ko-KR" dirty="0">
                <a:solidFill>
                  <a:srgbClr val="FF0000"/>
                </a:solidFill>
              </a:rPr>
              <a:t>row means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39854" y="3685519"/>
            <a:ext cx="43363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For each iteration, for each column j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Solve the following LP: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18" name="그림 17" descr="화면 캡처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636" y="4125552"/>
            <a:ext cx="3034336" cy="12048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직사각형 18"/>
          <p:cNvSpPr/>
          <p:nvPr/>
        </p:nvSpPr>
        <p:spPr>
          <a:xfrm>
            <a:off x="1078156" y="4712464"/>
            <a:ext cx="369644" cy="14216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156891" y="6357173"/>
                <a:ext cx="1058174" cy="2800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891" y="6357173"/>
                <a:ext cx="1058174" cy="280077"/>
              </a:xfrm>
              <a:prstGeom prst="rect">
                <a:avLst/>
              </a:prstGeom>
              <a:blipFill>
                <a:blip r:embed="rId10"/>
                <a:stretch>
                  <a:fillRect l="-1734" t="-2174" r="-1156" b="-8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직선 화살표 연결선 21"/>
          <p:cNvCxnSpPr>
            <a:stCxn id="19" idx="2"/>
            <a:endCxn id="20" idx="0"/>
          </p:cNvCxnSpPr>
          <p:nvPr/>
        </p:nvCxnSpPr>
        <p:spPr>
          <a:xfrm>
            <a:off x="1262978" y="6134100"/>
            <a:ext cx="423000" cy="223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flipH="1">
            <a:off x="8439150" y="600075"/>
            <a:ext cx="19050" cy="57570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891038" y="1285875"/>
            <a:ext cx="641522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Q1)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Q2)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Q3)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3593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42925" y="276225"/>
                <a:ext cx="2074799" cy="1198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25" y="276225"/>
                <a:ext cx="2074799" cy="11985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5E05C948-C649-12A0-9557-1859C4FC8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161" y="1921128"/>
            <a:ext cx="1925323" cy="134616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37457AB-AA9E-B4C0-DB54-C360BD3DB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161" y="3459269"/>
            <a:ext cx="1951412" cy="1387903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03DF94CD-5636-A540-9F7C-464B750999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161" y="5039152"/>
            <a:ext cx="2118378" cy="133572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D3E5147-38D8-1A11-DE89-6560DD16C2A3}"/>
              </a:ext>
            </a:extLst>
          </p:cNvPr>
          <p:cNvSpPr txBox="1"/>
          <p:nvPr/>
        </p:nvSpPr>
        <p:spPr>
          <a:xfrm>
            <a:off x="960442" y="1674429"/>
            <a:ext cx="1688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Standardize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2A676A-3AF3-6603-7825-DED405361C0C}"/>
              </a:ext>
            </a:extLst>
          </p:cNvPr>
          <p:cNvSpPr txBox="1"/>
          <p:nvPr/>
        </p:nvSpPr>
        <p:spPr>
          <a:xfrm>
            <a:off x="2301562" y="2409542"/>
            <a:ext cx="1457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Normal 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01D256-D25D-86B3-08EB-425BD18C8049}"/>
              </a:ext>
            </a:extLst>
          </p:cNvPr>
          <p:cNvSpPr txBox="1"/>
          <p:nvPr/>
        </p:nvSpPr>
        <p:spPr>
          <a:xfrm>
            <a:off x="2301562" y="4079127"/>
            <a:ext cx="1457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Normal 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6FDD6D-9985-75D1-B1AA-527522413D28}"/>
              </a:ext>
            </a:extLst>
          </p:cNvPr>
          <p:cNvSpPr txBox="1"/>
          <p:nvPr/>
        </p:nvSpPr>
        <p:spPr>
          <a:xfrm>
            <a:off x="2379148" y="5564046"/>
            <a:ext cx="1457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Normal 3</a:t>
            </a:r>
          </a:p>
        </p:txBody>
      </p:sp>
    </p:spTree>
    <p:extLst>
      <p:ext uri="{BB962C8B-B14F-4D97-AF65-F5344CB8AC3E}">
        <p14:creationId xmlns:p14="http://schemas.microsoft.com/office/powerpoint/2010/main" val="513474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42925" y="276225"/>
                <a:ext cx="2074799" cy="1198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25" y="276225"/>
                <a:ext cx="2074799" cy="11985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2298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42925" y="276225"/>
                <a:ext cx="2074799" cy="1198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25" y="276225"/>
                <a:ext cx="2074799" cy="11985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1407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42925" y="276225"/>
                <a:ext cx="2074799" cy="1198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ko-KR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25" y="276225"/>
                <a:ext cx="2074799" cy="11985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5129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9171</TotalTime>
  <Words>64</Words>
  <Application>Microsoft Office PowerPoint</Application>
  <PresentationFormat>와이드스크린</PresentationFormat>
  <Paragraphs>25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Chong Park</cp:lastModifiedBy>
  <cp:revision>11</cp:revision>
  <dcterms:created xsi:type="dcterms:W3CDTF">2019-10-11T01:27:35Z</dcterms:created>
  <dcterms:modified xsi:type="dcterms:W3CDTF">2024-03-20T08:42:27Z</dcterms:modified>
</cp:coreProperties>
</file>